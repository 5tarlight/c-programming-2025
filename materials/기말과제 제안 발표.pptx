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9"/>
    <p:restoredTop sz="94664"/>
  </p:normalViewPr>
  <p:slideViewPr>
    <p:cSldViewPr snapToGrid="0">
      <p:cViewPr varScale="1">
        <p:scale>
          <a:sx n="152" d="100"/>
          <a:sy n="152" d="100"/>
        </p:scale>
        <p:origin x="192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51F8B-6834-60B0-844A-9E9B1DC98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3FCAB-5BE9-65CE-C89E-6B802B475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5DF2C-A7EE-D51F-2ECB-34CB908C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055B7-AFB9-254D-20D1-6142DA28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61465-B453-A277-5B06-E74F13FC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6881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1EE8-E662-C92F-BDE4-EAFB8A453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EFB81-B914-A2D5-E7D5-3EB0E1283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4E6AE-CAD9-40AB-3AEB-EB58F980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80E00-3864-C134-73AE-B166C6B8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C8036-04A0-2F42-623E-1318F467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243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F071-C38F-E5DA-3D99-A8AAE126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A3565-2BA3-8EFE-56D4-D630D10E3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CB9A9-0780-426E-A7A6-B8F92E9D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1A58C-434B-7258-AB59-2423C8A8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907E1-7AE4-607C-6224-54CAD6C6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9133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3AB3B-C7D0-A0F0-5573-1C736871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96AB4-7A8A-0158-CA8A-0DA49EBE2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E0DF1-4EF8-3C32-545F-33DE5F7D4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49D43-259F-40BA-EABB-AC0025D43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7D053-2176-5BDF-6BE8-235408244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3A2E6-2AE2-19E3-D8E8-6A2672A3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4014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83E4-63AD-A073-AA73-24C470A5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74C40-52E1-85F8-3B10-0643B456C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9A60F-6CF4-7395-0510-9BF4570C2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C4959-A2C3-B42D-82C5-504187D8C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42CBA-F130-3C51-C2A7-36D9DEF90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E01AE8-B322-798F-0AF0-18D84717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F591BC-6DB2-F51E-FF43-8463A3A4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7FE05-E76E-259F-F79B-2D15366DF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5894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6A5F-B44B-B957-FB70-94E9762B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B5B2D-1A08-0C15-94A2-0761007D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39452-8068-7E5F-483A-9FA2314B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474EB-4384-4BB9-2385-572DBE66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832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57C91-4449-A20D-0961-95CD1674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772AE-0E92-1358-0188-465A5D45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F9FE1-91BE-C656-CE34-12820E0A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2990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E59E-3477-45CF-9FDF-5264437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507A2-2B98-3EBB-F74E-52298D0D3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23C7A-DA50-6C01-2687-CC3C4F2D1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B0898-65F2-7D3C-1913-B2319897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AA7EC-4CC7-DF54-6BCD-9FF3DF24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B8069-BEBF-DE33-CB8D-648CB8E9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032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1ECF-52A5-CB3B-AFD5-8D53F8F7E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76F05-1268-ACC3-CCAE-C94C3AC18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D6EB7-99BE-A904-1B04-93399F23C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35E1E-2B40-A81D-AB32-F2E7DFCB3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04564-CC7F-5D35-8D84-78700329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8A3C1-AC7C-A93D-22ED-CDCABD058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70927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105E8-8BF5-37FD-0DCE-52DFDEB2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F1AB2-8324-4FAB-1B1C-6CCAF149E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B79F7-C3E2-1F57-299C-20D9D0B2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CB517-CA63-3BA5-DEEB-FDC72801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50D6B-33E9-5CFA-C7B9-8DA77C97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0799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64691F-DFCF-66BD-F5D1-881B03B5D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51073-4A5E-C44F-F7FD-45C87BF8F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46A6E-73BA-AC30-71E1-5DC0CF619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7A60A-1136-A28B-BB78-9E0CC72C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A3C0C-1FEB-390C-8A9C-3384CA0B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6597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5678A-15BB-6F52-E12D-9D56E189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AEE29-0D37-5C79-9CC9-3695BA55F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5019C-32BE-CAB1-8D2C-C74BC9D1F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12126-A51E-6E45-847D-DB617A39CF42}" type="datetimeFigureOut">
              <a:rPr lang="en-KR" smtClean="0"/>
              <a:t>4/29/25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FFB1-F02D-3A01-C4D4-7569A885B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79CF6-1000-D5A6-F083-864F7F370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D5BA3-A411-CF4E-AA27-7EF8129B5A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71452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7995-8714-9271-E59D-3DDCFAD54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Random Maze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BFDAA-407F-E6E5-CD61-6F4455D56A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곽고성</a:t>
            </a:r>
            <a:r>
              <a:rPr lang="en-US" altLang="ko-KR" dirty="0"/>
              <a:t>,</a:t>
            </a:r>
            <a:r>
              <a:rPr lang="ko-KR" altLang="en-US" dirty="0"/>
              <a:t> 김규산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김규원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271594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8D9F-4C3A-478F-5220-5A43F12F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4E872-DAD4-5D59-C757-6770B644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96567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Random Maze</vt:lpstr>
      <vt:lpstr>Table of 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김규산</dc:creator>
  <cp:lastModifiedBy>김규산</cp:lastModifiedBy>
  <cp:revision>2</cp:revision>
  <dcterms:created xsi:type="dcterms:W3CDTF">2025-04-29T05:30:20Z</dcterms:created>
  <dcterms:modified xsi:type="dcterms:W3CDTF">2025-04-29T05:32:04Z</dcterms:modified>
</cp:coreProperties>
</file>