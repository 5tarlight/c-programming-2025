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146"/>
    <p:restoredTop sz="94664"/>
  </p:normalViewPr>
  <p:slideViewPr>
    <p:cSldViewPr snapToGrid="0">
      <p:cViewPr varScale="1">
        <p:scale>
          <a:sx n="183" d="100"/>
          <a:sy n="183" d="100"/>
        </p:scale>
        <p:origin x="224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551F8B-6834-60B0-844A-9E9B1DC986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703FCAB-5BE9-65CE-C89E-6B802B4759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K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85DF2C-A7EE-D51F-2ECB-34CB908C9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A12126-A51E-6E45-847D-DB617A39CF42}" type="datetimeFigureOut">
              <a:rPr lang="en-KR" smtClean="0"/>
              <a:t>4/29/25</a:t>
            </a:fld>
            <a:endParaRPr lang="en-K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A055B7-AFB9-254D-20D1-6142DA28DA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761465-B453-A277-5B06-E74F13FC5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3D5BA3-A411-CF4E-AA27-7EF8129B5ABD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1688119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5C1EE8-E662-C92F-BDE4-EAFB8A4535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2EFB81-B914-A2D5-E7D5-3EB0E1283C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04E6AE-CAD9-40AB-3AEB-EB58F98056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A12126-A51E-6E45-847D-DB617A39CF42}" type="datetimeFigureOut">
              <a:rPr lang="en-KR" smtClean="0"/>
              <a:t>4/29/25</a:t>
            </a:fld>
            <a:endParaRPr lang="en-K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380E00-3864-C134-73AE-B166C6B8DE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4C8036-04A0-2F42-623E-1318F467E8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3D5BA3-A411-CF4E-AA27-7EF8129B5ABD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1424393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9BF071-C38F-E5DA-3D99-A8AAE12675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BA3565-2BA3-8EFE-56D4-D630D10E3C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7CB9A9-0780-426E-A7A6-B8F92E9D37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A12126-A51E-6E45-847D-DB617A39CF42}" type="datetimeFigureOut">
              <a:rPr lang="en-KR" smtClean="0"/>
              <a:t>4/29/25</a:t>
            </a:fld>
            <a:endParaRPr lang="en-K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31A58C-434B-7258-AB59-2423C8A828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6907E1-7AE4-607C-6224-54CAD6C68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3D5BA3-A411-CF4E-AA27-7EF8129B5ABD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5913351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83AB3B-C7D0-A0F0-5573-1C736871DA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B96AB4-7A8A-0158-CA8A-0DA49EBE266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C4E0DF1-4EF8-3C32-545F-33DE5F7D4E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249D43-259F-40BA-EABB-AC0025D43A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A12126-A51E-6E45-847D-DB617A39CF42}" type="datetimeFigureOut">
              <a:rPr lang="en-KR" smtClean="0"/>
              <a:t>4/29/25</a:t>
            </a:fld>
            <a:endParaRPr lang="en-K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37D053-2176-5BDF-6BE8-235408244D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63A2E6-2AE2-19E3-D8E8-6A2672A39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3D5BA3-A411-CF4E-AA27-7EF8129B5ABD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18401439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BB83E4-63AD-A073-AA73-24C470A5A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674C40-52E1-85F8-3B10-0643B456CB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E9A60F-6CF4-7395-0510-9BF4570C26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4DC4959-A2C3-B42D-82C5-504187D8CD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3A42CBA-F130-3C51-C2A7-36D9DEF9096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E01AE8-B322-798F-0AF0-18D8471732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A12126-A51E-6E45-847D-DB617A39CF42}" type="datetimeFigureOut">
              <a:rPr lang="en-KR" smtClean="0"/>
              <a:t>4/29/25</a:t>
            </a:fld>
            <a:endParaRPr lang="en-K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0F591BC-6DB2-F51E-FF43-8463A3A447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757FE05-E76E-259F-F79B-2D15366DFC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3D5BA3-A411-CF4E-AA27-7EF8129B5ABD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19589430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3C6A5F-B44B-B957-FB70-94E9762B1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C8B5B2D-1A08-0C15-94A2-0761007DB3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A12126-A51E-6E45-847D-DB617A39CF42}" type="datetimeFigureOut">
              <a:rPr lang="en-KR" smtClean="0"/>
              <a:t>4/29/25</a:t>
            </a:fld>
            <a:endParaRPr lang="en-K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D739452-8068-7E5F-483A-9FA2314BA1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9474EB-4384-4BB9-2385-572DBE663A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3D5BA3-A411-CF4E-AA27-7EF8129B5ABD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1883227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8B57C91-4449-A20D-0961-95CD1674C1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A12126-A51E-6E45-847D-DB617A39CF42}" type="datetimeFigureOut">
              <a:rPr lang="en-KR" smtClean="0"/>
              <a:t>4/29/25</a:t>
            </a:fld>
            <a:endParaRPr lang="en-K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4772AE-0E92-1358-0188-465A5D45EB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3F9FE1-91BE-C656-CE34-12820E0A81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3D5BA3-A411-CF4E-AA27-7EF8129B5ABD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4129906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F8E59E-3477-45CF-9FDF-5264437747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1507A2-2B98-3EBB-F74E-52298D0D33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3423C7A-DA50-6C01-2687-CC3C4F2D1B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6B0898-65F2-7D3C-1913-B231989769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A12126-A51E-6E45-847D-DB617A39CF42}" type="datetimeFigureOut">
              <a:rPr lang="en-KR" smtClean="0"/>
              <a:t>4/29/25</a:t>
            </a:fld>
            <a:endParaRPr lang="en-K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3AA7EC-4CC7-DF54-6BCD-9FF3DF24A7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CB8069-BEBF-DE33-CB8D-648CB8E941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3D5BA3-A411-CF4E-AA27-7EF8129B5ABD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13803290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D81ECF-52A5-CB3B-AFD5-8D53F8F7EA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B576F05-1268-ACC3-CCAE-C94C3AC18F6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K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3D6EB7-99BE-A904-1B04-93399F23C9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835E1E-2B40-A81D-AB32-F2E7DFCB37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A12126-A51E-6E45-847D-DB617A39CF42}" type="datetimeFigureOut">
              <a:rPr lang="en-KR" smtClean="0"/>
              <a:t>4/29/25</a:t>
            </a:fld>
            <a:endParaRPr lang="en-K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304564-CC7F-5D35-8D84-78700329FE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C8A3C1-AC7C-A93D-22ED-CDCABD0587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3D5BA3-A411-CF4E-AA27-7EF8129B5ABD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15709274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6105E8-8BF5-37FD-0DCE-52DFDEB238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8F1AB2-8324-4FAB-1B1C-6CCAF149E97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EB79F7-C3E2-1F57-299C-20D9D0B2F2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A12126-A51E-6E45-847D-DB617A39CF42}" type="datetimeFigureOut">
              <a:rPr lang="en-KR" smtClean="0"/>
              <a:t>4/29/25</a:t>
            </a:fld>
            <a:endParaRPr lang="en-K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7CB517-CA63-3BA5-DEEB-FDC728012D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650D6B-33E9-5CFA-C7B9-8DA77C971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3D5BA3-A411-CF4E-AA27-7EF8129B5ABD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42079937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964691F-DFCF-66BD-F5D1-881B03B5DA3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2651073-4A5E-C44F-F7FD-45C87BF8F9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246A6E-73BA-AC30-71E1-5DC0CF6190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A12126-A51E-6E45-847D-DB617A39CF42}" type="datetimeFigureOut">
              <a:rPr lang="en-KR" smtClean="0"/>
              <a:t>4/29/25</a:t>
            </a:fld>
            <a:endParaRPr lang="en-K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E7A60A-1136-A28B-BB78-9E0CC72C96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4A3C0C-1FEB-390C-8A9C-3384CA0B1D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3D5BA3-A411-CF4E-AA27-7EF8129B5ABD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7659763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D95678A-15BB-6F52-E12D-9D56E18977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0AEE29-0D37-5C79-9CC9-3695BA55FE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B5019C-32BE-CAB1-8D2C-C74BC9D1F58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6A12126-A51E-6E45-847D-DB617A39CF42}" type="datetimeFigureOut">
              <a:rPr lang="en-KR" smtClean="0"/>
              <a:t>4/29/25</a:t>
            </a:fld>
            <a:endParaRPr lang="en-K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30FFB1-F02D-3A01-C4D4-7569A885B35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K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779CF6-1000-D5A6-F083-864F7F3706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D3D5BA3-A411-CF4E-AA27-7EF8129B5ABD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8714521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777995-8714-9271-E59D-3DDCFAD546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KR" dirty="0"/>
              <a:t>Random Maze Runner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72BFDAA-407F-E6E5-CD61-6F4455D56A0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 err="1"/>
              <a:t>곽고성</a:t>
            </a:r>
            <a:r>
              <a:rPr lang="en-US" altLang="ko-KR" dirty="0"/>
              <a:t>,</a:t>
            </a:r>
            <a:r>
              <a:rPr lang="ko-KR" altLang="en-US" dirty="0"/>
              <a:t> 김규산</a:t>
            </a:r>
            <a:r>
              <a:rPr lang="en-US" altLang="ko-KR" dirty="0"/>
              <a:t>,</a:t>
            </a:r>
            <a:r>
              <a:rPr lang="ko-KR" altLang="en-US" dirty="0"/>
              <a:t> </a:t>
            </a:r>
            <a:r>
              <a:rPr lang="ko-KR" altLang="en-US" dirty="0" err="1"/>
              <a:t>김규원</a:t>
            </a:r>
            <a:endParaRPr lang="en-KR" dirty="0"/>
          </a:p>
        </p:txBody>
      </p:sp>
    </p:spTree>
    <p:extLst>
      <p:ext uri="{BB962C8B-B14F-4D97-AF65-F5344CB8AC3E}">
        <p14:creationId xmlns:p14="http://schemas.microsoft.com/office/powerpoint/2010/main" val="32715948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5C8D9F-4C3A-478F-5220-5A43F12FE9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KR" dirty="0"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24E872-DAD4-5D59-C757-6770B644F4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KR" dirty="0"/>
              <a:t>Features</a:t>
            </a:r>
          </a:p>
          <a:p>
            <a:r>
              <a:rPr lang="en-KR" dirty="0"/>
              <a:t>How to play</a:t>
            </a:r>
          </a:p>
          <a:p>
            <a:endParaRPr lang="en-KR" dirty="0"/>
          </a:p>
        </p:txBody>
      </p:sp>
    </p:spTree>
    <p:extLst>
      <p:ext uri="{BB962C8B-B14F-4D97-AF65-F5344CB8AC3E}">
        <p14:creationId xmlns:p14="http://schemas.microsoft.com/office/powerpoint/2010/main" val="39656728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8155C5-BAD6-878B-9333-365E8E28C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KR" dirty="0"/>
              <a:t>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23B7B8-31E7-C6B5-246F-22C231C396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KR" dirty="0"/>
              <a:t>CUI</a:t>
            </a:r>
          </a:p>
          <a:p>
            <a:r>
              <a:rPr lang="en-KR" dirty="0"/>
              <a:t>Random Maze Generator</a:t>
            </a:r>
          </a:p>
          <a:p>
            <a:pPr lvl="1"/>
            <a:r>
              <a:rPr lang="en-KR" dirty="0"/>
              <a:t>Union-Find</a:t>
            </a:r>
          </a:p>
          <a:p>
            <a:pPr lvl="1"/>
            <a:r>
              <a:rPr lang="en-KR" dirty="0"/>
              <a:t>Kruskal’s Algorithm</a:t>
            </a:r>
          </a:p>
          <a:p>
            <a:r>
              <a:rPr lang="en-KR" dirty="0"/>
              <a:t>Scoring &amp; Ranking</a:t>
            </a:r>
          </a:p>
          <a:p>
            <a:pPr lvl="1"/>
            <a:r>
              <a:rPr lang="en-KR" dirty="0"/>
              <a:t>Shortest path with BFS</a:t>
            </a:r>
          </a:p>
          <a:p>
            <a:pPr lvl="1"/>
            <a:r>
              <a:rPr lang="en-KR" dirty="0"/>
              <a:t>Decaying score evaluation</a:t>
            </a:r>
          </a:p>
          <a:p>
            <a:pPr lvl="1"/>
            <a:r>
              <a:rPr lang="en-KR" dirty="0"/>
              <a:t>Sorting with Quick Sort</a:t>
            </a:r>
          </a:p>
          <a:p>
            <a:pPr lvl="1"/>
            <a:endParaRPr lang="en-KR" dirty="0"/>
          </a:p>
        </p:txBody>
      </p:sp>
    </p:spTree>
    <p:extLst>
      <p:ext uri="{BB962C8B-B14F-4D97-AF65-F5344CB8AC3E}">
        <p14:creationId xmlns:p14="http://schemas.microsoft.com/office/powerpoint/2010/main" val="35436289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8A8866-4118-CAE9-365F-C962937414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KR" dirty="0"/>
              <a:t>How to play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2D6668-59D3-F085-6BA1-85FC928E2C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AutoNum type="arabicPeriod"/>
            </a:pPr>
            <a:r>
              <a:rPr lang="ko-KR" altLang="en-US" dirty="0"/>
              <a:t>시작하면 정해진 크기의 </a:t>
            </a:r>
            <a:r>
              <a:rPr lang="ko-KR" altLang="en-US" dirty="0" err="1"/>
              <a:t>맵을</a:t>
            </a:r>
            <a:r>
              <a:rPr lang="ko-KR" altLang="en-US" dirty="0"/>
              <a:t> 랜덤 생성</a:t>
            </a:r>
            <a:endParaRPr lang="en-US" altLang="ko-KR" dirty="0"/>
          </a:p>
          <a:p>
            <a:pPr marL="514350" indent="-514350">
              <a:buAutoNum type="arabicPeriod"/>
            </a:pPr>
            <a:r>
              <a:rPr lang="ko-KR" altLang="en-US" dirty="0"/>
              <a:t>미로를 진행하며 탈출</a:t>
            </a:r>
            <a:endParaRPr lang="en-US" altLang="ko-KR" dirty="0"/>
          </a:p>
          <a:p>
            <a:pPr marL="971550" lvl="1" indent="-514350">
              <a:buAutoNum type="arabicPeriod"/>
            </a:pPr>
            <a:r>
              <a:rPr lang="ko-KR" altLang="en-US" dirty="0"/>
              <a:t>방향키를 이용해 이동</a:t>
            </a:r>
            <a:endParaRPr lang="en-US" altLang="ko-KR" dirty="0"/>
          </a:p>
          <a:p>
            <a:pPr marL="971550" lvl="1" indent="-514350">
              <a:buAutoNum type="arabicPeriod"/>
            </a:pPr>
            <a:r>
              <a:rPr lang="ko-KR" altLang="en-US" dirty="0"/>
              <a:t>왼쪽 위에서 시작해 오른쪽 아래까지 이도</a:t>
            </a:r>
            <a:endParaRPr lang="en-US" altLang="ko-KR" dirty="0"/>
          </a:p>
          <a:p>
            <a:pPr marL="514350" indent="-514350">
              <a:buAutoNum type="arabicPeriod"/>
            </a:pPr>
            <a:r>
              <a:rPr lang="ko-KR" altLang="en-US" dirty="0"/>
              <a:t>탈출까지 걸린 시간</a:t>
            </a:r>
            <a:r>
              <a:rPr lang="en-US" altLang="ko-KR" dirty="0"/>
              <a:t>,</a:t>
            </a:r>
            <a:r>
              <a:rPr lang="ko-KR" altLang="en-US" dirty="0"/>
              <a:t> 이동거리를 기반으로 점수 집계</a:t>
            </a:r>
            <a:endParaRPr lang="en-US" altLang="ko-KR" dirty="0"/>
          </a:p>
          <a:p>
            <a:pPr marL="514350" indent="-514350">
              <a:buAutoNum type="arabicPeriod"/>
            </a:pPr>
            <a:r>
              <a:rPr lang="ko-KR" altLang="en-US" dirty="0"/>
              <a:t>정렬 및 순위</a:t>
            </a:r>
            <a:endParaRPr lang="en-KR" dirty="0"/>
          </a:p>
        </p:txBody>
      </p:sp>
    </p:spTree>
    <p:extLst>
      <p:ext uri="{BB962C8B-B14F-4D97-AF65-F5344CB8AC3E}">
        <p14:creationId xmlns:p14="http://schemas.microsoft.com/office/powerpoint/2010/main" val="15428664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68B0CF-EDBB-FC56-9120-5EFAD3966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Radom Maze Generation</a:t>
            </a:r>
            <a:endParaRPr lang="en-K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B9B9F0-FE94-DF4F-2D8B-9C28B8F77C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KR" dirty="0"/>
              <a:t>Kruskal’s Algorithm</a:t>
            </a:r>
          </a:p>
          <a:p>
            <a:r>
              <a:rPr lang="en-US" dirty="0"/>
              <a:t>TODO : describe</a:t>
            </a:r>
            <a:endParaRPr lang="en-KR" dirty="0"/>
          </a:p>
        </p:txBody>
      </p:sp>
    </p:spTree>
    <p:extLst>
      <p:ext uri="{BB962C8B-B14F-4D97-AF65-F5344CB8AC3E}">
        <p14:creationId xmlns:p14="http://schemas.microsoft.com/office/powerpoint/2010/main" val="34737954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09B89-D04E-5EC7-512E-0C8597593E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KR" dirty="0"/>
              <a:t>Scoring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DA602E9-D1AD-3E33-69EA-45ED0879127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29257" y="2822097"/>
            <a:ext cx="11333486" cy="836077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E307A3B-4362-740F-1F58-53D9A42921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9428" y="4371544"/>
            <a:ext cx="1973144" cy="836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59392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C04DE-54AA-7BCF-1583-8AF494F6D3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Shortest Path</a:t>
            </a:r>
            <a:endParaRPr lang="en-K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B71338-1869-2F94-A16F-B79163DBC8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KR" dirty="0"/>
              <a:t>TODO : describe BFS</a:t>
            </a:r>
          </a:p>
        </p:txBody>
      </p:sp>
    </p:spTree>
    <p:extLst>
      <p:ext uri="{BB962C8B-B14F-4D97-AF65-F5344CB8AC3E}">
        <p14:creationId xmlns:p14="http://schemas.microsoft.com/office/powerpoint/2010/main" val="40769329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23B226-75DE-C49C-C57F-F39A71D677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KR" dirty="0"/>
              <a:t>Ranking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1F4F16-8F92-1971-3A4E-B62F310FCB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KR" dirty="0"/>
              <a:t>TODO : describe Quick Sort</a:t>
            </a:r>
          </a:p>
        </p:txBody>
      </p:sp>
    </p:spTree>
    <p:extLst>
      <p:ext uri="{BB962C8B-B14F-4D97-AF65-F5344CB8AC3E}">
        <p14:creationId xmlns:p14="http://schemas.microsoft.com/office/powerpoint/2010/main" val="31997802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038248A-211C-4EEC-8401-C761B929FB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30A849F-66D9-40C8-BEC8-35AFF8F456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04CB10E-A80E-9703-01B6-FBCA579BEA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9073" y="2766218"/>
            <a:ext cx="9833548" cy="1325563"/>
          </a:xfrm>
        </p:spPr>
        <p:txBody>
          <a:bodyPr anchor="b">
            <a:normAutofit/>
          </a:bodyPr>
          <a:lstStyle/>
          <a:p>
            <a:pPr algn="ctr"/>
            <a:r>
              <a:rPr lang="en-KR" sz="7200" dirty="0">
                <a:solidFill>
                  <a:schemeClr val="tx2"/>
                </a:solidFill>
              </a:rPr>
              <a:t>Q&amp;A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4542298-A2B1-480F-A11C-A40EDD19B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289890" y="0"/>
            <a:ext cx="3902110" cy="2382977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74AEB45E-B965-46A0-8557-C646B5011B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21A22C7-11AD-44B0-9BF7-6E3A458215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87049D82-B7F3-4192-8337-4BDB16955E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4A7FAD9-577C-4D2E-A3B5-C6D0A39D47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A5C9C35-2375-49EB-B99C-17C87D42FE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 flipH="1">
            <a:off x="0" y="4682671"/>
            <a:ext cx="2898948" cy="2175328"/>
            <a:chOff x="-305" y="-1"/>
            <a:chExt cx="3832880" cy="2876136"/>
          </a:xfrm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7BE7B8C5-3FC9-47E9-B555-AFCB849A41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15B6EFE-6DC2-4A72-AC12-BCCC3638A6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AE8C1B65-6799-4DD1-B262-01901DA126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03829674-8FAF-4E90-9FB7-C6CE17839B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1517394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</TotalTime>
  <Words>93</Words>
  <Application>Microsoft Macintosh PowerPoint</Application>
  <PresentationFormat>Widescreen</PresentationFormat>
  <Paragraphs>30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Random Maze Runner</vt:lpstr>
      <vt:lpstr>Table of Contents</vt:lpstr>
      <vt:lpstr>Features</vt:lpstr>
      <vt:lpstr>How to play</vt:lpstr>
      <vt:lpstr>Radom Maze Generation</vt:lpstr>
      <vt:lpstr>Scoring</vt:lpstr>
      <vt:lpstr>Shortest Path</vt:lpstr>
      <vt:lpstr>Ranking</vt:lpstr>
      <vt:lpstr>Q&amp;A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김규산</dc:creator>
  <cp:lastModifiedBy>김규산</cp:lastModifiedBy>
  <cp:revision>10</cp:revision>
  <dcterms:created xsi:type="dcterms:W3CDTF">2025-04-29T05:30:20Z</dcterms:created>
  <dcterms:modified xsi:type="dcterms:W3CDTF">2025-04-29T06:34:45Z</dcterms:modified>
</cp:coreProperties>
</file>